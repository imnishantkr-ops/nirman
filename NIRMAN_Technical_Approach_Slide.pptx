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56032"/>
            <a:ext cx="1645920" cy="50292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11827"/>
                </a:solidFill>
                <a:latin typeface="Arial"/>
              </a:defRPr>
            </a:pPr>
            <a:r>
              <a:t>NIRMAN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2860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5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100" b="1">
                <a:solidFill>
                  <a:srgbClr val="1E3A5F"/>
                </a:solidFill>
                <a:latin typeface="Arial"/>
              </a:defRPr>
            </a:pPr>
            <a:r>
              <a:t>HACKATHON</a:t>
            </a:r>
          </a:p>
          <a:p>
            <a:pPr algn="r">
              <a:defRPr sz="1800" b="1">
                <a:solidFill>
                  <a:srgbClr val="1E3A5F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77295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60" y="1097280"/>
            <a:ext cx="22860" cy="1874519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15568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1. Outcome Problem Spec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Depts post KPI targets &amp; escrow budget instead of specs.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29844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84E3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1" y="1115568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2. GFR 161(iv) Compliance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Automated engine waives prior turnover &amp; 3-yr track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0" y="129844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84E3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2" y="1115568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3. Milestone Escrow Lock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Department locks pilot tranches (₹18L) in bank escrow.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1" y="1298448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84E3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6053" y="1115568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4. Blind Jury Evaluation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Multi-expert scoring (Feasibility, Security) with zero bias.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84831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5. Live IoT Telemetry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Field sensors stream 15-min telemetry directly into sandbox.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599" y="2267711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84E3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071" y="2084831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6. STQC / IIT Lab Audit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Independent audit validates telemetry logs &amp; physical KPIs.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0" y="2267711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84E3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2" y="2084831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7. Smart Escrow Release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Milestone funds release to startup upon verified sign-off.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1" y="2267711"/>
            <a:ext cx="347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984E3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6053" y="2084831"/>
            <a:ext cx="1874519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11827"/>
                </a:solidFill>
                <a:latin typeface="Arial"/>
              </a:defRPr>
            </a:pPr>
            <a:r>
              <a:t>8. National GeM Passport</a:t>
            </a:r>
          </a:p>
          <a:p>
            <a:pPr algn="ctr">
              <a:defRPr sz="700">
                <a:solidFill>
                  <a:srgbClr val="64748B"/>
                </a:solidFill>
                <a:latin typeface="Arial"/>
              </a:defRPr>
            </a:pPr>
            <a:r>
              <a:t>1 successful pilot earns credential for pan-India scale-up.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051560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B1F3A"/>
                </a:solidFill>
                <a:latin typeface="Arial"/>
              </a:defRPr>
            </a:pPr>
            <a:r>
              <a:t>PRODUCT STATUS :</a:t>
            </a:r>
          </a:p>
          <a:p>
            <a:pPr>
              <a:defRPr sz="819" i="1" b="1">
                <a:solidFill>
                  <a:srgbClr val="0984E3"/>
                </a:solidFill>
                <a:latin typeface="Arial"/>
              </a:defRPr>
            </a:pPr>
            <a:r>
              <a:t>90% product build completed and pilot testing is in active progress.</a:t>
            </a:r>
          </a:p>
          <a:p>
            <a:pPr>
              <a:defRPr sz="750" i="1">
                <a:solidFill>
                  <a:srgbClr val="334155"/>
                </a:solidFill>
                <a:latin typeface="Arial"/>
              </a:defRPr>
            </a:pPr>
            <a:r>
              <a:t>Interactive department problem studio, GFR 161(iv) Doctor rewrite engine, live telemetry stream simulator, and GeM Passport are fully functional.</a:t>
            </a:r>
          </a:p>
          <a:p>
            <a:pPr>
              <a:defRPr sz="750">
                <a:solidFill>
                  <a:srgbClr val="111827"/>
                </a:solidFill>
                <a:latin typeface="Arial"/>
              </a:defRPr>
            </a:pPr>
            <a:r>
              <a:t>Next: Ground telemetry pilot with UP Rural Health PHC cold-chain &amp; GeM API gateway.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18688"/>
            <a:ext cx="3611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984E3"/>
                </a:solidFill>
                <a:latin typeface="Arial"/>
              </a:defRPr>
            </a:pPr>
            <a:r>
              <a:t>🖥️ Frontend Development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HTML5 / Vanilla JS (ES6+): Ultra-fast execution with zero framework overhead and &lt;1.2s page loads.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Master CSS Grid &amp; Clamping: Single responsive adaptive system with touch targets &gt;= 44px on all screens.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Real-time Telemetry Visualizer: SVG dynamic charts streaming 15-min sensor logs &amp; milestone escrow gates.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Offline Session Engine: Persistent client state with instant role switching (Dept / Startup / Validator).</a:t>
            </a:r>
          </a:p>
          <a:p>
            <a:pPr>
              <a:defRPr sz="800" b="1">
                <a:solidFill>
                  <a:srgbClr val="0B1F3A"/>
                </a:solidFill>
                <a:latin typeface="Arial"/>
              </a:defRPr>
            </a:pPr>
            <a:r>
              <a:t>Tags: HTML5  |  CSS3  |  JS ES6+  |  SVG Canvas  |  LocalStorage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3218688"/>
            <a:ext cx="3611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⚙️ Backend Development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Python FastAPI / Node.js: High-concurrency async endpoints for challenge broadcasting &amp; bid processing.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SBI Milestone Escrow Engine: Smart release contract simulating tranches locked &amp; disbursed via digital escrow.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GFR Rule 161(iv) Validator: Automated rules parser flagging illegal prior-experience / turnover clauses.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PostgreSQL &amp; Redis: Relational audit trail for jury score normalization with Redis caching for instant queries.</a:t>
            </a:r>
          </a:p>
          <a:p>
            <a:pPr>
              <a:defRPr sz="800" b="1">
                <a:solidFill>
                  <a:srgbClr val="0B1F3A"/>
                </a:solidFill>
                <a:latin typeface="Arial"/>
              </a:defRPr>
            </a:pPr>
            <a:r>
              <a:t>Tags: Node.js  |  FastAPI  |  PostgreSQL  |  Redis  |  Escrow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218688"/>
            <a:ext cx="361188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C5CE7"/>
                </a:solidFill>
                <a:latin typeface="Arial"/>
              </a:defRPr>
            </a:pPr>
            <a:r>
              <a:t>🔒 GovTech, Security &amp; Trust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SHA-256 Telemetry Hashing: Tamper-proof hash logs binding raw IoT sensor stream to validator audit records.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STQC &amp; IIT Verification Protocol: Independent third-party test certs adhering to MeitY STQC standards.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DPIIT &amp; Startup India Integration: Direct entity lookup verifying DIPP certificate and founder credentials.</a:t>
            </a:r>
          </a:p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• GeM National Passport Generator: Verifiable QR credentials for fast-track L1 procurement exemption.</a:t>
            </a:r>
          </a:p>
          <a:p>
            <a:pPr>
              <a:defRPr sz="800" b="1">
                <a:solidFill>
                  <a:srgbClr val="0B1F3A"/>
                </a:solidFill>
                <a:latin typeface="Arial"/>
              </a:defRPr>
            </a:pPr>
            <a:r>
              <a:t>Tags: SHA-256  |  STQC Lab  |  DPIIT API  |  DigiLocker  |  GeM Gateway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